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3601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E94560"/>
                </a:solidFill>
              </a:rPr>
              <a:t>Pellet Burner Controller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00400"/>
            <a:ext cx="103601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A8DADC"/>
                </a:solidFill>
              </a:rPr>
              <a:t>Hardware Components &amp; Wiring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977639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AAAAAA"/>
                </a:solidFill>
              </a:rPr>
              <a:t>ESP32  ·  SH1106 OLED  ·  DS18B20  ·  MAX6675  ·  Relays  ·  TRIAC  ·  Buttons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94560"/>
                </a:solidFill>
              </a:rPr>
              <a:t>ESP32 DevKit V1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1457432" cy="1905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sp3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822960"/>
            <a:ext cx="3291840" cy="53035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74320" y="749808"/>
            <a:ext cx="5029200" cy="51206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859536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Key Specifications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1106424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Dual-core Xtensa LX6 @ 240 MHz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1353312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520 KB SRAM  |  4 MB Flash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1600200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Built-in 802.11 b/g/n WiFi + Bluetooth 4.2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847088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3.3 V logic — NOT 5 V tolerant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093976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30 GPIO pins (several input-only)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2340864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ADC, DAC, SPI, I2C, UART, PWM, touch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2587752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Role in this project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" y="2834640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Main controller — runs FreeRTOS tasks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" y="3081528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Hosts HTTP web server for settings UI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" y="3328416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Controls all outputs (relays, TRIAC)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" y="3575304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Reads all sensors (DS18B20, MAX6675)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" y="3822192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Drives OLED display via I2C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94960" y="749808"/>
            <a:ext cx="2926080" cy="28346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59552" y="859536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Power Supply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59552" y="1106424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USB 5V during development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59552" y="1353312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VIN pin: 5–12V regulated input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59552" y="1600200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3.3V pin: output — do NOT feed 5V here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59552" y="1847088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Recommended: separate 5V/3A PSU for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59552" y="2093976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production (relays draw surge current)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94960" y="3703320"/>
            <a:ext cx="2926080" cy="2167128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59552" y="3813048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GPIO Pin Assignments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59552" y="4059936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• GPIO4   DS18B20 OneWire data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59552" y="4306824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• GPIO5   MAX6675 SPI CS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59552" y="4553712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• GPIO18  MAX6675 SPI SCK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59552" y="4800600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• GPIO19  MAX6675 SPI MISO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59552" y="5047488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• GPIO21  OLED SDA (I2C)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59552" y="5294376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• GPIO22  OLED SCL (I2C)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59552" y="5541264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• GPIO25  Relay — Feeder motor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59552" y="5788152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• GPIO26  Relay — Igniter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59552" y="6035040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• GPIO27  Relay — Water pump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59552" y="6281928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• GPIO33  TRIAC gate trigger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59552" y="6528816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• GPIO35  Zero-cross detect (input)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59552" y="6775704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• GPIO13  Button: On/Off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59552" y="7022592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• GPIO14  Button: Emergency stop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94560"/>
                </a:solidFill>
              </a:rPr>
              <a:t>SH1106 OLED Display  —  1.3"  128×64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1457432" cy="1905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h11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822960"/>
            <a:ext cx="3291840" cy="32004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74320" y="749808"/>
            <a:ext cx="5029200" cy="3291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859536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Specifications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1106424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Driver IC: SH1106  (note: NOT SSD1306)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1353312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Size: 1.3 inch diagonal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1600200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Resolution: 128 × 64 pixels  (monochrome)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847088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Interface: I2C (default address 0x3C)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093976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Operating voltage: 3.3V – 5V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2340864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Display area: ~26.8 × 15.1 mm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2587752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Library: U8g2 (configured for SH1106)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94960" y="749808"/>
            <a:ext cx="2926080" cy="3291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9552" y="859536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Wiring to ESP32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59552" y="1106424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VCC  →  3.3V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59552" y="1353312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GND  →  GND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59552" y="1600200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SDA  →  GPIO21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59552" y="1847088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SCL  →  GPIO22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59552" y="2093976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Notes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59552" y="2340864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No additional pull-up resistors needed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59552" y="2587752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(ESP32 internal pull-ups sufficient at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59552" y="2834640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400 kHz I2C — or add 4.7kΩ externally)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59552" y="3081528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I2C address: 0x3C (some boards 0x3D)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4160520"/>
            <a:ext cx="8046720" cy="25603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912" y="4270248"/>
            <a:ext cx="77175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Role in this project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" y="4517136"/>
            <a:ext cx="77175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At-a-glance live status without phone/browser: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" y="4764024"/>
            <a:ext cx="77175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• Water temperature  (DS18B20)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" y="5010912"/>
            <a:ext cx="77175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• Flame temperature  (MAX6675)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2" y="5257800"/>
            <a:ext cx="77175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• Pump / Feeder / Blower state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8912" y="5504688"/>
            <a:ext cx="77175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• Current state machine state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12" y="5751576"/>
            <a:ext cx="77175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• Active operation mode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" y="5998464"/>
            <a:ext cx="77175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• Error icons (custom bitmap) on faults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12" y="6245352"/>
            <a:ext cx="77175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Important: SH1106 ≠ SSD1306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8912" y="6492240"/>
            <a:ext cx="77175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Many cheap 1.3" modules use SH1106.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912" y="6739128"/>
            <a:ext cx="77175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U8g2 constructor: U8G2_SH1106_128X64_NONAME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94560"/>
                </a:solidFill>
              </a:rPr>
              <a:t>DS18B20  —  Water Temperature Sensor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1457432" cy="1905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s18b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822960"/>
            <a:ext cx="3291840" cy="34747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74320" y="749808"/>
            <a:ext cx="5029200" cy="34747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859536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Specifications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1106424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Protocol: 1-Wire (OneWire)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1353312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Range: –55°C to +125°C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1600200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Accuracy: ±0.5°C from –10°C to +85°C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847088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Resolution: 9–12 bit (configurable)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093976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Supply: 3.0V – 5.5V (or parasitic 2-wire)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2340864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Package: TO-92 or waterproof probe (DS18B20+PAR)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2587752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Multiple sensors on one wire (unique 64-bit ROM)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" y="2834640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Conversion time: 94ms (9-bit) to 750ms (12-bit)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94960" y="749808"/>
            <a:ext cx="2926080" cy="34747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9552" y="859536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Wiring to ESP32 (normal mode)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59552" y="1106424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VCC (red)   →  3.3V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59552" y="1353312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GND (black) →  GND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59552" y="1600200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DATA (yellow) →  GPIO4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59552" y="1847088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4.7 kΩ pull-up: DATA ↔ VCC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59552" y="2093976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Parasitic / 2-wire mode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59552" y="2340864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GND (black) →  GND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59552" y="2587752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VCC (red)   →  GND  (tied low)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59552" y="2834640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DATA (yellow) →  GPIO4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59552" y="3081528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4.7 kΩ pull-up: DATA ↔ 3.3V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4343400"/>
            <a:ext cx="8046720" cy="23774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8912" y="4453128"/>
            <a:ext cx="77175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Role in this project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" y="4700016"/>
            <a:ext cx="77175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Measures water / boiler temperature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" y="4946904"/>
            <a:ext cx="77175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Used for: pump start/stop hysteresis,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2" y="5193792"/>
            <a:ext cx="77175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power level selection (P1/P2/P3),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8912" y="5440680"/>
            <a:ext cx="77175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economy mode logic,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12" y="5687568"/>
            <a:ext cx="77175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target temperature control loop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" y="5934456"/>
            <a:ext cx="77175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Recommendation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12" y="6181344"/>
            <a:ext cx="77175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Use waterproof stainless steel probe version.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8912" y="6428232"/>
            <a:ext cx="77175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Route cable away from mains wiring.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912" y="6675120"/>
            <a:ext cx="77175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12-bit resolution (0.0625°C) preferred.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94560"/>
                </a:solidFill>
              </a:rPr>
              <a:t>MAX6675  —  Flame Thermocouple Module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1457432" cy="1905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503920" y="822960"/>
            <a:ext cx="3291840" cy="3200400"/>
          </a:xfrm>
          <a:prstGeom prst="rect">
            <a:avLst/>
          </a:prstGeom>
          <a:solidFill>
            <a:srgbClr val="0F3460"/>
          </a:solidFill>
          <a:ln w="12700">
            <a:solidFill>
              <a:srgbClr val="A8D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0" y="22402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A8DADC"/>
                </a:solidFill>
              </a:rPr>
              <a:t>MAX6675 Module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749808"/>
            <a:ext cx="5029200" cy="3291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859536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Specifications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1106424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Sensor type: K-type thermocouple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1353312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Temperature range: 0°C to +1023.75°C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600200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Resolution: 0.25°C (12-bit)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1847088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Interface: SPI (read-only, 3-wire)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2093976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Supply voltage: 3.0V – 5.5V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2340864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Internal cold-junction compensation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" y="2587752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Open thermocouple detection (fault flag)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" y="2834640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Max SPI clock: 4.3 MHz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394960" y="749808"/>
            <a:ext cx="2926080" cy="32918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552" y="859536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Wiring to ESP32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59552" y="1106424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VCC   →  3.3V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59552" y="1353312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GND   →  GND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59552" y="1600200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CS    →  GPIO5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59552" y="1847088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SCK   →  GPIO18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59552" y="2093976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SO (MISO) →  GPIO19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59552" y="2340864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K-type thermocouple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59552" y="2587752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Yellow (+)  →  T+ on module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59552" y="2834640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Red/White (–) →  T– on module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59552" y="3081528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Tip exposed to flame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160520"/>
            <a:ext cx="8046720" cy="25603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8912" y="4270248"/>
            <a:ext cx="77175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Role in this project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" y="4517136"/>
            <a:ext cx="77175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Measures flame / combustion chamber temperature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2" y="4764024"/>
            <a:ext cx="77175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Used for: flame detection (above ~100°C = flame on),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8912" y="5010912"/>
            <a:ext cx="77175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ignition confirmation, overheat protection,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12" y="5257800"/>
            <a:ext cx="77175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OLED display readout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" y="5504688"/>
            <a:ext cx="77175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Notes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12" y="5751576"/>
            <a:ext cx="77175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Module uses dedicated SPI — no sharing with other devices.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8912" y="5998464"/>
            <a:ext cx="77175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Keep thermocouple wiring short and twisted-pair.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912" y="6245352"/>
            <a:ext cx="77175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MAX6675 reads bit-15=0 as fault (open thermocouple).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12" y="6492240"/>
            <a:ext cx="77175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Use alumel/chromel K-type, rated to at least 900°C.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94560"/>
                </a:solidFill>
              </a:rPr>
              <a:t>5V Relay Modules  —  Feeder / Igniter / Pump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1457432" cy="1905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ela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822960"/>
            <a:ext cx="3291840" cy="32004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74320" y="749808"/>
            <a:ext cx="5029200" cy="30175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859536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Specifications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1106424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Coil voltage: 5V DC  (logic-level trigger)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1353312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Trigger: active LOW  (LOW = relay ON)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1600200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Contact rating: 10A @ 250V AC / 10A @ 30V DC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847088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Isolation: optocoupler between ESP32 and coil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093976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Channels: 1 or 3 (one module per relay or 3-ch board)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2340864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Flyback diode: included on module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2587752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Indicator LED per channel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840480"/>
            <a:ext cx="2606040" cy="28346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" y="3950208"/>
            <a:ext cx="22768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Feeder Motor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" y="4197096"/>
            <a:ext cx="22768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IN  →  GPIO25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" y="4443984"/>
            <a:ext cx="22768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VCC →  5V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" y="4690872"/>
            <a:ext cx="22768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GND →  GND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" y="4937760"/>
            <a:ext cx="22768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COM →  AC Live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" y="5184648"/>
            <a:ext cx="22768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NO  →  Load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" y="5431536"/>
            <a:ext cx="22768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Pellet auger / screw conveyor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71800" y="3840480"/>
            <a:ext cx="2606040" cy="28346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36392" y="3950208"/>
            <a:ext cx="22768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Igniter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36392" y="4197096"/>
            <a:ext cx="22768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IN  →  GPIO26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36392" y="4443984"/>
            <a:ext cx="22768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VCC →  5V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36392" y="4690872"/>
            <a:ext cx="22768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GND →  GND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36392" y="4937760"/>
            <a:ext cx="22768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COM →  AC Live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36392" y="5184648"/>
            <a:ext cx="22768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NO  →  Load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36392" y="5431536"/>
            <a:ext cx="22768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Electric heating element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0" y="3840480"/>
            <a:ext cx="2606040" cy="28346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833872" y="3950208"/>
            <a:ext cx="22768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Water Pump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33872" y="4197096"/>
            <a:ext cx="22768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IN  →  GPIO27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33872" y="4443984"/>
            <a:ext cx="22768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VCC →  5V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33872" y="4690872"/>
            <a:ext cx="22768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GND →  GND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33872" y="4937760"/>
            <a:ext cx="22768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COM →  AC Live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33872" y="5184648"/>
            <a:ext cx="22768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NO  →  Load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33872" y="5431536"/>
            <a:ext cx="22768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Circulation pump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29600" y="3840480"/>
            <a:ext cx="3749039" cy="28346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94192" y="3950208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Active LOW wiring note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94192" y="4197096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ESP32 GPIO initialised HIGH at boot →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94192" y="4443984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relay stays OFF during startup / reset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94192" y="4690872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Set GPIO LOW to activate (energise) relay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94192" y="4937760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Set GPIO HIGH to deactivate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94192" y="5184648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Safety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94192" y="5431536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All relays default OFF on power-up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94192" y="5678424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Emergency stop → all GPIOs HIGH immediately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94560"/>
                </a:solidFill>
              </a:rPr>
              <a:t>TRIAC Dimmer  —  Blower Motor Speed Control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1457432" cy="1905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503920" y="822960"/>
            <a:ext cx="3291840" cy="3657600"/>
          </a:xfrm>
          <a:prstGeom prst="rect">
            <a:avLst/>
          </a:prstGeom>
          <a:solidFill>
            <a:srgbClr val="0F3460"/>
          </a:solidFill>
          <a:ln w="12700">
            <a:solidFill>
              <a:srgbClr val="A8DA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0" y="24688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A8DADC"/>
                </a:solidFill>
              </a:rPr>
              <a:t>TRIAC / AC Dimmer Module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749808"/>
            <a:ext cx="5029200" cy="52120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" y="859536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Method: Phase-angle control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1106424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The AC waveform is 'chopped' each half-cycle.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1353312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The TRIAC fires later in the cycle → less power.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600200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A zero-cross detector tells the ESP32 exactly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1847088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when the AC wave crosses 0V.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2093976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ESP32 waits N microseconds, then pulses the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2340864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TRIAC gate → conducts for the rest of the cycle.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" y="2587752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Larger delay = lower speed.  Delay = 0 = full power.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" y="2834640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Typical components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" y="3081528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BT136 or BTA16 TRIAC (TO-220, isolated tab)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" y="3328416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MOC3021 optocoupler (gate isolation)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" y="3575304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4N35 optocoupler (zero-cross isolation)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" y="3822192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Snubber: 100Ω + 100nF/400V across TRIAC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" y="4069080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Gate resistor: 330Ω between optocoupler and gate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94960" y="749808"/>
            <a:ext cx="2926080" cy="521208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9552" y="859536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Zero-cross input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59552" y="1106424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GPIO35  ←  Zero-cross signal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59552" y="1353312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(GPIO35 is input-only on ESP32)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59552" y="1600200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Signal: 3.3V HIGH, drops to LOW 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59552" y="1847088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each zero crossing of the AC wave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59552" y="2093976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Trigger ISR on falling edge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59552" y="2340864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TRIAC gate output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59552" y="2587752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GPIO33  →  MOC3021 input LED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59552" y="2834640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via 330Ω resistor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59552" y="3081528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MOC3021 output → TRIAC gate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59552" y="3328416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Voltage levels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59552" y="3575304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ESP32 side: 3.3V logic (optocoupled)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59552" y="3822192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AC side: 230V AC — DANGER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59552" y="4069080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Keep AC and DC wiring separated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94560"/>
                </a:solidFill>
              </a:rPr>
              <a:t>Physical Buttons  —  On/Off &amp; Emergency Stop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1457432" cy="1905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utt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0" y="822960"/>
            <a:ext cx="3291840" cy="29260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274320" y="749808"/>
            <a:ext cx="5029200" cy="3931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859536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Button type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1106424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Momentary normally-open (NO) push button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1353312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Panel-mount, rated for frequent 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1600200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Recommended: latching for On/Off,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1847088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momentary (NO) for Emergency Stop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093976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Wiring (active LOW, internal pull-up)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2340864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One terminal → GPIO pin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2587752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Other terminal → GND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" y="2834640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ESP32 internal pull-up enabled in firmware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" y="3081528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No external resistors required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" y="3328416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Button pressed → GPIO reads LOW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" y="3575304"/>
            <a:ext cx="470001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• Button released → GPIO reads HIGH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94960" y="749808"/>
            <a:ext cx="2926080" cy="393192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59552" y="859536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Button 1 — On / Off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59552" y="1106424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GPIO13  ←  button  ←  GND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59552" y="1353312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Function: toggle between Standby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59552" y="1600200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and the previously active mode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59552" y="1847088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(Automatic or Timer)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59552" y="2093976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59552" y="2340864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Button 2 — Emergency Stop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59552" y="2587752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GPIO14  ←  button  ←  GND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59552" y="2834640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Function: immediate shutdown 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59552" y="3081528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ALL outputs OFF, state → STANDBY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59552" y="3328416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Does NOT save op_mode to NVS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59552" y="3575304"/>
            <a:ext cx="25968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(avoids writing flash on every estop)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4800600"/>
            <a:ext cx="8046720" cy="13716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" y="4910328"/>
            <a:ext cx="77175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Debounce strategy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" y="5157216"/>
            <a:ext cx="77175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Hardware: 100nF capacitor from GPIO pin to GND (optional).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12" y="5404104"/>
            <a:ext cx="77175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Software: ignore transitions for 50ms after first edge.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8912" y="5650992"/>
            <a:ext cx="771753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Emergency stop: no debounce delay — act immediately on first LOW edge.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E94560"/>
                </a:solidFill>
              </a:rPr>
              <a:t>Complete Wiring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658368"/>
            <a:ext cx="11457432" cy="19050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749808"/>
            <a:ext cx="3749039" cy="26060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" y="859536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I2C Bus  (SDA=GPIO21, SCL=GPIO22)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" y="1106424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SH1106 OLED  —  addr 0x3C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" y="1353312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VCC → 3.3V   GND → GND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" y="1600200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SDA → GPIO21   SCL → GPIO22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1847088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OneWire Bus  (GPIO4)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" y="2093976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DS18B20 water temp sensor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2340864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DATA → GPIO4  (4.7kΩ to 3.3V)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2587752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VCC → 3.3V   GND → GND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60520" y="749808"/>
            <a:ext cx="3749039" cy="26060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25112" y="859536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SPI Bus  (dedicated)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5112" y="1106424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MAX6675 thermocouple module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5112" y="1353312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CS   → GPIO5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25112" y="1600200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SCK  → GPIO18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25112" y="1847088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MISO → GPIO19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5112" y="2093976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VCC  → 3.3V   GND → GND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25112" y="2340864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Zero-cross detect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25112" y="2587752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Signal → GPIO35 (input only)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25112" y="2834640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3.3V logic, falling edge ISR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46720" y="749808"/>
            <a:ext cx="3749039" cy="260604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11312" y="859536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Relay outputs  (active LOW)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11312" y="1106424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GPIO25 → Relay IN  — Feeder motor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1312" y="1353312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GPIO26 → Relay IN  — Igniter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1312" y="1600200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GPIO27 → Relay IN  — Pump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11312" y="1847088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Relay VCC → 5V   GND → GND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11312" y="2093976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TRIAC gate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1312" y="2340864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GPIO33 → 330Ω → MOC3021 LED(+)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1312" y="2587752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MOC3021 output → TRIAC gate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3520440"/>
            <a:ext cx="3749039" cy="12801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8912" y="3630168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Buttons  (active LOW, internal pull-up)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12" y="3877056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GPIO13 ← On/Off button ← GND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8912" y="4123944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GPIO14 ← Emergency Stop button ← GND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60520" y="3520440"/>
            <a:ext cx="3749039" cy="12801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25112" y="3630168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Power rails summary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25112" y="3877056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3.3V: ESP32 onboard reg, OLED, DS18B20, MAX6675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25112" y="4123944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5V: Relay module VCC (from USB or regulator)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25112" y="4370832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AC 230V: TRIAC load side only — fully isolated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46720" y="3520440"/>
            <a:ext cx="3749039" cy="128016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11312" y="3630168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DADC"/>
                </a:solidFill>
              </a:rPr>
              <a:t>Safety reminders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11312" y="3877056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Never connect 5V to ESP32 3.3V rail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11312" y="4123944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Optocouplers required on TRIAC side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11312" y="4370832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Relay contacts rated for your AC load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11312" y="4617720"/>
            <a:ext cx="3419855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• Fuse the AC circuit (5–10A slow blow)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74320" y="4892040"/>
            <a:ext cx="2560868" cy="256032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10896" y="4910328"/>
            <a:ext cx="2560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Component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835188" y="4892040"/>
            <a:ext cx="1164031" cy="256032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871764" y="4910328"/>
            <a:ext cx="116403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GPIO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999219" y="4892040"/>
            <a:ext cx="1164031" cy="256032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035795" y="4910328"/>
            <a:ext cx="116403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Protocol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163250" y="4892040"/>
            <a:ext cx="1164031" cy="256032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199826" y="4910328"/>
            <a:ext cx="116403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Voltage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327281" y="4892040"/>
            <a:ext cx="5587349" cy="256032"/>
          </a:xfrm>
          <a:prstGeom prst="rect">
            <a:avLst/>
          </a:prstGeom>
          <a:solidFill>
            <a:srgbClr val="E945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363857" y="4910328"/>
            <a:ext cx="558734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Notes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74320" y="5148072"/>
            <a:ext cx="2560868" cy="121615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10896" y="5148072"/>
            <a:ext cx="2560868" cy="1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SH1106 OLED SDA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835188" y="5148072"/>
            <a:ext cx="1164031" cy="121615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871764" y="5148072"/>
            <a:ext cx="1164031" cy="1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8DADC"/>
                </a:solidFill>
              </a:rPr>
              <a:t>GPIO21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999219" y="5148072"/>
            <a:ext cx="1164031" cy="121615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035795" y="5148072"/>
            <a:ext cx="1164031" cy="1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I2C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163250" y="5148072"/>
            <a:ext cx="1164031" cy="121615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199826" y="5148072"/>
            <a:ext cx="1164031" cy="1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3.3V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327281" y="5148072"/>
            <a:ext cx="5587349" cy="121615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363857" y="5148072"/>
            <a:ext cx="5587349" cy="1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</a:rPr>
              <a:t>addr 0x3C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74320" y="5269687"/>
            <a:ext cx="2560868" cy="121615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10896" y="5269687"/>
            <a:ext cx="2560868" cy="1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SH1106 OLED SCL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835188" y="5269687"/>
            <a:ext cx="1164031" cy="121615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871764" y="5269687"/>
            <a:ext cx="1164031" cy="1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8DADC"/>
                </a:solidFill>
              </a:rPr>
              <a:t>GPIO22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999219" y="5269687"/>
            <a:ext cx="1164031" cy="121615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035795" y="5269687"/>
            <a:ext cx="1164031" cy="1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I2C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163250" y="5269687"/>
            <a:ext cx="1164031" cy="121615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199826" y="5269687"/>
            <a:ext cx="1164031" cy="1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3.3V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27281" y="5269687"/>
            <a:ext cx="5587349" cy="121615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63857" y="5269687"/>
            <a:ext cx="5587349" cy="1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</a:rPr>
              <a:t>400 kHz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74320" y="5391302"/>
            <a:ext cx="2560868" cy="121615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10896" y="5391302"/>
            <a:ext cx="2560868" cy="1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DS18B20 DATA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835188" y="5391302"/>
            <a:ext cx="1164031" cy="121615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871764" y="5391302"/>
            <a:ext cx="1164031" cy="1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8DADC"/>
                </a:solidFill>
              </a:rPr>
              <a:t>GPIO4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999219" y="5391302"/>
            <a:ext cx="1164031" cy="121615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035795" y="5391302"/>
            <a:ext cx="1164031" cy="1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1-Wire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163250" y="5391302"/>
            <a:ext cx="1164031" cy="121615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199826" y="5391302"/>
            <a:ext cx="1164031" cy="1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3.3V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327281" y="5391302"/>
            <a:ext cx="5587349" cy="121615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363857" y="5391302"/>
            <a:ext cx="5587349" cy="1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</a:rPr>
              <a:t>4.7kΩ pull-up</a:t>
            </a:r>
          </a:p>
        </p:txBody>
      </p:sp>
      <p:sp>
        <p:nvSpPr>
          <p:cNvPr id="88" name="Rectangle 87"/>
          <p:cNvSpPr/>
          <p:nvPr/>
        </p:nvSpPr>
        <p:spPr>
          <a:xfrm>
            <a:off x="274320" y="5512917"/>
            <a:ext cx="2560868" cy="121615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10896" y="5512917"/>
            <a:ext cx="2560868" cy="1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MAX6675 CS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2835188" y="5512917"/>
            <a:ext cx="1164031" cy="121615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2871764" y="5512917"/>
            <a:ext cx="1164031" cy="1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8DADC"/>
                </a:solidFill>
              </a:rPr>
              <a:t>GPIO5</a:t>
            </a:r>
          </a:p>
        </p:txBody>
      </p:sp>
      <p:sp>
        <p:nvSpPr>
          <p:cNvPr id="92" name="Rectangle 91"/>
          <p:cNvSpPr/>
          <p:nvPr/>
        </p:nvSpPr>
        <p:spPr>
          <a:xfrm>
            <a:off x="3999219" y="5512917"/>
            <a:ext cx="1164031" cy="121615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035795" y="5512917"/>
            <a:ext cx="1164031" cy="1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SPI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163250" y="5512917"/>
            <a:ext cx="1164031" cy="121615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99826" y="5512917"/>
            <a:ext cx="1164031" cy="1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3.3V</a:t>
            </a:r>
          </a:p>
        </p:txBody>
      </p:sp>
      <p:sp>
        <p:nvSpPr>
          <p:cNvPr id="96" name="Rectangle 95"/>
          <p:cNvSpPr/>
          <p:nvPr/>
        </p:nvSpPr>
        <p:spPr>
          <a:xfrm>
            <a:off x="6327281" y="5512917"/>
            <a:ext cx="5587349" cy="121615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363857" y="5512917"/>
            <a:ext cx="5587349" cy="1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</a:rPr>
              <a:t>dedicated SPI</a:t>
            </a:r>
          </a:p>
        </p:txBody>
      </p:sp>
      <p:sp>
        <p:nvSpPr>
          <p:cNvPr id="98" name="Rectangle 97"/>
          <p:cNvSpPr/>
          <p:nvPr/>
        </p:nvSpPr>
        <p:spPr>
          <a:xfrm>
            <a:off x="274320" y="5634532"/>
            <a:ext cx="2560868" cy="121615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310896" y="5634532"/>
            <a:ext cx="2560868" cy="1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MAX6675 SCK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2835188" y="5634532"/>
            <a:ext cx="1164031" cy="121615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871764" y="5634532"/>
            <a:ext cx="1164031" cy="1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8DADC"/>
                </a:solidFill>
              </a:rPr>
              <a:t>GPIO18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3999219" y="5634532"/>
            <a:ext cx="1164031" cy="121615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035795" y="5634532"/>
            <a:ext cx="1164031" cy="1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SPI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5163250" y="5634532"/>
            <a:ext cx="1164031" cy="121615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199826" y="5634532"/>
            <a:ext cx="1164031" cy="1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3.3V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6327281" y="5634532"/>
            <a:ext cx="5587349" cy="121615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363857" y="5634532"/>
            <a:ext cx="5587349" cy="1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</a:rPr>
              <a:t/>
            </a:r>
          </a:p>
        </p:txBody>
      </p:sp>
      <p:sp>
        <p:nvSpPr>
          <p:cNvPr id="108" name="Rectangle 107"/>
          <p:cNvSpPr/>
          <p:nvPr/>
        </p:nvSpPr>
        <p:spPr>
          <a:xfrm>
            <a:off x="274320" y="5756147"/>
            <a:ext cx="2560868" cy="121615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310896" y="5756147"/>
            <a:ext cx="2560868" cy="1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MAX6675 MISO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2835188" y="5756147"/>
            <a:ext cx="1164031" cy="121615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871764" y="5756147"/>
            <a:ext cx="1164031" cy="1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8DADC"/>
                </a:solidFill>
              </a:rPr>
              <a:t>GPIO19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3999219" y="5756147"/>
            <a:ext cx="1164031" cy="121615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4035795" y="5756147"/>
            <a:ext cx="1164031" cy="1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SPI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5163250" y="5756147"/>
            <a:ext cx="1164031" cy="121615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199826" y="5756147"/>
            <a:ext cx="1164031" cy="1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3.3V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327281" y="5756147"/>
            <a:ext cx="5587349" cy="121615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6363857" y="5756147"/>
            <a:ext cx="5587349" cy="1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</a:rPr>
              <a:t/>
            </a:r>
          </a:p>
        </p:txBody>
      </p:sp>
      <p:sp>
        <p:nvSpPr>
          <p:cNvPr id="118" name="Rectangle 117"/>
          <p:cNvSpPr/>
          <p:nvPr/>
        </p:nvSpPr>
        <p:spPr>
          <a:xfrm>
            <a:off x="274320" y="5877762"/>
            <a:ext cx="2560868" cy="121615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310896" y="5877762"/>
            <a:ext cx="2560868" cy="1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Relay Feeder IN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2835188" y="5877762"/>
            <a:ext cx="1164031" cy="121615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2871764" y="5877762"/>
            <a:ext cx="1164031" cy="1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8DADC"/>
                </a:solidFill>
              </a:rPr>
              <a:t>GPIO25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999219" y="5877762"/>
            <a:ext cx="1164031" cy="121615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4035795" y="5877762"/>
            <a:ext cx="1164031" cy="1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GPIO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163250" y="5877762"/>
            <a:ext cx="1164031" cy="121615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99826" y="5877762"/>
            <a:ext cx="1164031" cy="1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3.3V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6327281" y="5877762"/>
            <a:ext cx="5587349" cy="121615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6363857" y="5877762"/>
            <a:ext cx="5587349" cy="1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</a:rPr>
              <a:t>active LOW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274320" y="5999377"/>
            <a:ext cx="2560868" cy="121615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310896" y="5999377"/>
            <a:ext cx="2560868" cy="1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Relay Igniter IN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2835188" y="5999377"/>
            <a:ext cx="1164031" cy="121615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871764" y="5999377"/>
            <a:ext cx="1164031" cy="1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8DADC"/>
                </a:solidFill>
              </a:rPr>
              <a:t>GPIO26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3999219" y="5999377"/>
            <a:ext cx="1164031" cy="121615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035795" y="5999377"/>
            <a:ext cx="1164031" cy="1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GPIO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5163250" y="5999377"/>
            <a:ext cx="1164031" cy="121615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5199826" y="5999377"/>
            <a:ext cx="1164031" cy="1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3.3V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327281" y="5999377"/>
            <a:ext cx="5587349" cy="121615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63857" y="5999377"/>
            <a:ext cx="5587349" cy="1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</a:rPr>
              <a:t>active LOW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274320" y="6120992"/>
            <a:ext cx="2560868" cy="121615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310896" y="6120992"/>
            <a:ext cx="2560868" cy="1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Relay Pump IN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2835188" y="6120992"/>
            <a:ext cx="1164031" cy="121615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2871764" y="6120992"/>
            <a:ext cx="1164031" cy="1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8DADC"/>
                </a:solidFill>
              </a:rPr>
              <a:t>GPIO27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3999219" y="6120992"/>
            <a:ext cx="1164031" cy="121615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4035795" y="6120992"/>
            <a:ext cx="1164031" cy="1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GPIO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163250" y="6120992"/>
            <a:ext cx="1164031" cy="121615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199826" y="6120992"/>
            <a:ext cx="1164031" cy="1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3.3V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6327281" y="6120992"/>
            <a:ext cx="5587349" cy="121615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6363857" y="6120992"/>
            <a:ext cx="5587349" cy="1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</a:rPr>
              <a:t>active LOW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274320" y="6242607"/>
            <a:ext cx="2560868" cy="121615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310896" y="6242607"/>
            <a:ext cx="2560868" cy="1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TRIAC gate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2835188" y="6242607"/>
            <a:ext cx="1164031" cy="121615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2871764" y="6242607"/>
            <a:ext cx="1164031" cy="1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8DADC"/>
                </a:solidFill>
              </a:rPr>
              <a:t>GPIO33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3999219" y="6242607"/>
            <a:ext cx="1164031" cy="121615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4035795" y="6242607"/>
            <a:ext cx="1164031" cy="1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GPIO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5163250" y="6242607"/>
            <a:ext cx="1164031" cy="121615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5199826" y="6242607"/>
            <a:ext cx="1164031" cy="1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3.3V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327281" y="6242607"/>
            <a:ext cx="5587349" cy="121615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6363857" y="6242607"/>
            <a:ext cx="5587349" cy="1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</a:rPr>
              <a:t>330Ω + MOC3021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274320" y="6364222"/>
            <a:ext cx="2560868" cy="121615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310896" y="6364222"/>
            <a:ext cx="2560868" cy="1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Zero-cross detect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2835188" y="6364222"/>
            <a:ext cx="1164031" cy="121615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2871764" y="6364222"/>
            <a:ext cx="1164031" cy="1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8DADC"/>
                </a:solidFill>
              </a:rPr>
              <a:t>GPIO35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3999219" y="6364222"/>
            <a:ext cx="1164031" cy="121615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4035795" y="6364222"/>
            <a:ext cx="1164031" cy="1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GPIO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5163250" y="6364222"/>
            <a:ext cx="1164031" cy="121615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5199826" y="6364222"/>
            <a:ext cx="1164031" cy="1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3.3V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6327281" y="6364222"/>
            <a:ext cx="5587349" cy="121615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6363857" y="6364222"/>
            <a:ext cx="5587349" cy="1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</a:rPr>
              <a:t>input only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274320" y="6485837"/>
            <a:ext cx="2560868" cy="121615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310896" y="6485837"/>
            <a:ext cx="2560868" cy="1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Button On/Off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2835188" y="6485837"/>
            <a:ext cx="1164031" cy="121615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2871764" y="6485837"/>
            <a:ext cx="1164031" cy="1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8DADC"/>
                </a:solidFill>
              </a:rPr>
              <a:t>GPIO13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3999219" y="6485837"/>
            <a:ext cx="1164031" cy="121615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4035795" y="6485837"/>
            <a:ext cx="1164031" cy="1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GPIO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5163250" y="6485837"/>
            <a:ext cx="1164031" cy="121615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5199826" y="6485837"/>
            <a:ext cx="1164031" cy="1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3.3V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6327281" y="6485837"/>
            <a:ext cx="5587349" cy="121615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6363857" y="6485837"/>
            <a:ext cx="5587349" cy="1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</a:rPr>
              <a:t>internal pull-up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274320" y="6607452"/>
            <a:ext cx="2560868" cy="121615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310896" y="6607452"/>
            <a:ext cx="2560868" cy="1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Button E-Stop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2835188" y="6607452"/>
            <a:ext cx="1164031" cy="121615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2871764" y="6607452"/>
            <a:ext cx="1164031" cy="1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8DADC"/>
                </a:solidFill>
              </a:rPr>
              <a:t>GPIO14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3999219" y="6607452"/>
            <a:ext cx="1164031" cy="121615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4035795" y="6607452"/>
            <a:ext cx="1164031" cy="1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GPIO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5163250" y="6607452"/>
            <a:ext cx="1164031" cy="121615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5199826" y="6607452"/>
            <a:ext cx="1164031" cy="1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3.3V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6327281" y="6607452"/>
            <a:ext cx="5587349" cy="121615"/>
          </a:xfrm>
          <a:prstGeom prst="rect">
            <a:avLst/>
          </a:prstGeom>
          <a:solidFill>
            <a:srgbClr val="0F34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6363857" y="6607452"/>
            <a:ext cx="5587349" cy="1216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</a:rPr>
              <a:t>internal pull-up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