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AC Dimmer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  —  Main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44714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relays and AC dimmer 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DS18B20 and MAX6675 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698490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over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3108960" cy="223951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77824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80337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501901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823465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pin: output — do NOT feed 5V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145029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Use separate 5V/3A PSU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46659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(relay coils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3099054"/>
            <a:ext cx="3108960" cy="401192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3227070"/>
            <a:ext cx="2779776" cy="245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47243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73684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400126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426567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453009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479450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505891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532333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Dimmer CH2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558774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585216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Dimmer CH1 — Blower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611657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638098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664540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56108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pixels, monochrome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(SH1106 constructor)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749808"/>
            <a:ext cx="3200400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pull-up resistors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(ESP32 internal pull-ups sufficient)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2983"/>
            <a:ext cx="82296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19099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449351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" y="4815076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Water temp (DS18B20) and flame temp (MAX6675)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5136640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Pump / Feeder / Blower state indicators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458204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779768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Active operation mode (Standby / Auto / Timer)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610133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Error icons (custom bitmap) on fault 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42289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725409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70469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88264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(–10°C to +85°C)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or parasitic (2-wire)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per bus (unique 64-bit ROM)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Conversion: 94ms (9-bit) to 750ms (12-bit)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normal (3-wire)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parasitic (2-wire)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GND  (tied low)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00607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308592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12-bit resolution (0.0625°C steps).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10896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1762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32042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Cold-junction compensation: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43128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  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  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 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  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46659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78815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Yellow (+)  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Flame detection: above ~100°C = flame 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ignition confirmation,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overheat protection, OLED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006079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28954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Dedicated SPI bus — no sharing.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Bit-15=0 signals open thermocouple 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K-type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(ESP32 ↔ coil)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Igniter is now on AC dimmer CH2 — not a relay.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Only 2 relay modules needed for this build.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conveyor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355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4384547"/>
            <a:ext cx="3108960" cy="329717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7112" y="4512563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7112" y="4796027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 HIGH at boot 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509854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reset/startup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540105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LOW = relay ON,  HIGH = relay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7112" y="570356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598703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7112" y="628954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all GPIOs → 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7112" y="659205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Decoupling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97112" y="687552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100 nF ceramic cap across VCC/GND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717803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at each relay module — prevents spikes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2-Channel AC Dimmer  —  Blower &amp; Igniter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47472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Hipzeepo 2-ch Dimmer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420471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Module: Hipzeepo 2-Channel AC Dimmer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6128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/ 5V logic  ·  110V / 220V AC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46380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Phase-angle control — variable AC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6631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Built into the module (no discrete parts needed)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4977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× 2 (one per channel)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5229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Optocouplers for gate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65480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 circuits per 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5731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Zero-cross detector (shared ZC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59830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Control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4329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PWM duty → phase angle → AC power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84580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(blower): 0–100% continuously variable fan 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148320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(igniter): soft-start ramp 0→100% over 4 s,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45083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then holds at 100% — limits inrush on cold coil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749808"/>
            <a:ext cx="3200400" cy="450723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3832" y="877824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DC logic side — wiring to ESP32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161288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 3.3V (or 5V)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1463801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→  GND 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176631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ZC   →  GPIO35  (zero-cross, shared output)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06882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DIM1 →  GPIO33  (CH1 — blower motor)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237134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DIM2 →  GPIO26  (CH2 — igniter soft-start)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2673853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 load 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295731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OUT  →  Blower motor (220V AC)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3832" y="325983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OUT  →  Igniter heater (220V AC)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13832" y="356234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IN    →  Mains L + N (via 5–10A fuse)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3832" y="3864856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3832" y="414832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— HIGH VOLTAGE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3832" y="445083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physically separated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13832" y="4753346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live wire before module AC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4149851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On/Off: latching toggle preferred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E-Stop: momentary (NO)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6910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 → 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0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 → 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 → 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 → 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749808"/>
            <a:ext cx="3200400" cy="33185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Toggles Standby ↔ previous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278379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58089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90245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Immediate shutdown — ALL outputs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22402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State machine → STANDBY instantly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354558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Does NOT write op_mode to NVS flash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027675"/>
            <a:ext cx="8229600" cy="15201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5155691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439155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 from GPIO pin to GND (optional).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741668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04418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E-Stop: no debounce delay — act on first LOW edge immediately.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I2C Bus  (GPIO21 SDA, GPIO22 SCL)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14502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4754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910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2145029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46659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788157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412234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840480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77824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80337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GPIO25 → Relay IN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501901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GPIO27 → Relay IN — Water pump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823465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214502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AC Dimmer  (2-ch Hipzeepo module)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44754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GPIO35 ← ZC   zero-cross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76910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GPIO33 → DIM1  blower speed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9067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GPIO26 → DIM2  igniter on/off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62983"/>
            <a:ext cx="3749039" cy="127482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4062983"/>
            <a:ext cx="3749039" cy="15963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51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rails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3.3V: ESP32 reg → OLED, sensors, dimmer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5V (HLK-PM01): relay VCC, ESP32 VIN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513664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 230V: dimmer load side — isolated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4062983"/>
            <a:ext cx="3840480" cy="191795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419099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449351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81507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Dimmer module has built-in optocouplers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13664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Fuse AC input (5–10A slow blow)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2" y="5458204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 AC wiring last — verify logic 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Pin Reference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04672"/>
          <a:ext cx="11640311" cy="5897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6481"/>
                <a:gridCol w="1164031"/>
                <a:gridCol w="1164031"/>
                <a:gridCol w="1047628"/>
                <a:gridCol w="523814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Voltage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SDA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GPIO21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I2C address 0x3C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SCL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GPIO22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400 kHz fast-mode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DS18B20 DATA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1-Wire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4.7 kΩ pull-up to 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CS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GPIO5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dedicated SPI bus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SCK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GPIO18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max 4.3 MHz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MISO (SO)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GPIO19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read-only from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Feeder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CH2 — Igniter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GPIO26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DIM2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Pump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GPIO27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CH1 — Blower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DIM1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Zero-cross detect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input-only pin, falling edge ISR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On/Off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E-Stop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