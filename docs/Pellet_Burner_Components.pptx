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TRIAC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  —  Main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75818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54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921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588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255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922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5897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25673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7332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4002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0672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relays and TRIAC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77342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DS18B20 and MAX6675 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04012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over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3108960" cy="19103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77824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2547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39217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65887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pin: output — do NOT feed 5V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92557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Use separate 5V/3A PSU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19227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(relay coils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2769870"/>
            <a:ext cx="3108960" cy="32438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2897886"/>
            <a:ext cx="2779776" cy="245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0883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2979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35074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37170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39265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41361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43456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45552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Relay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47647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49743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TRIAC gate trigger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51838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539343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560298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1770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54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921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588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pixels, monochrome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255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922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589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(SH1106 constructor)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749808"/>
            <a:ext cx="3200400" cy="26913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3832" y="11254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3921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6588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9255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19227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4399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pull-up resistors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7066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(ESP32 internal pull-ups sufficient)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9733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569208"/>
            <a:ext cx="8229600" cy="29580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697224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39448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" y="42115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Water temp (DS18B20) and flame temp (MAX6675)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4782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Pump / Feeder / Blower state indicators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449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0116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Active operation mode (Standby / Auto / Timer)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2783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Error icons (custom bitmap) on fault 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54507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9272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05942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4437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54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921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588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(–10°C to +85°C)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255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922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or parasitic (2-wire)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589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per bus (unique 64-bit ROM)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256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Conversion: 94ms (9-bit) to 750ms (12-bit)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749808"/>
            <a:ext cx="3200400" cy="29580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normal (3-wire)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1254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3921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6588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19255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19227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parasitic (2-wire)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4399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GND  (tied low)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7066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9733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2400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35908"/>
            <a:ext cx="8229600" cy="27675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963924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192524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44017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68782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93547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18312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430769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6593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907018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15466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12-bit resolution (0.0625°C steps).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10896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1762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27104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254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921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588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9255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922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4589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Cold-junction compensation: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7256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9923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749808"/>
            <a:ext cx="3200400" cy="29580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1254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  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13921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  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6588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 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9255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  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1922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45897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7066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Yellow (+)  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9733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24002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835908"/>
            <a:ext cx="8229600" cy="27675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3963924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192524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44017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Flame detection: above ~100°C = flame 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468782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ignition confirmation,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493547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overheat protection, OLED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183120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41172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Dedicated SPI bus — no sharing.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6593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907018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Bit-15=0 signals open thermocouple 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615466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K-type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Igniter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1770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54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921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588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255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(ESP32 ↔ coil)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922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589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54858"/>
            <a:ext cx="2743200" cy="20436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3182874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411474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65912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90677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154421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40207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64971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conveyor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3054858"/>
            <a:ext cx="2743200" cy="20436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3182874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Igniter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11474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365912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390677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3552" y="4154421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440207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464971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Electric heating element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3054858"/>
            <a:ext cx="2743200" cy="20436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8192" y="3182874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3411474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8192" y="365912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390677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4154421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40207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464971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3054858"/>
            <a:ext cx="3108960" cy="202463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97112" y="3182874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7112" y="3411474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 HIGH at boot 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7112" y="365912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reset/startup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97112" y="3906772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LOW = relay ON,  HIGH = relay 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4154421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97112" y="4383021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97112" y="463067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all GPIOs → HIGH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TRIAC Dimmer  —  Blower Motor Speed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47472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TRIAC / AC Dimmer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40058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Method: Phase-angle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064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AC waveform is chopped each half-cycle.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5407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fires later in the cycle → less power.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01722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Zero-cross detector tells ESP32 exactly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84937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AC wave crosses 0V.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97020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waits N µs, then pulses the TRIAC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44669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→ conducts for the rest of the half-cycle.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59231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Larger delay = lower fan speed.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83996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Delay = 0 = full power.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087616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Typical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316216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BT136 or BTA16 TRIAC (TO-220)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563865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optocoupler (gate isolation)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81151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4N35 optocoupler (zero-cross isolation)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05916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Snubber: 100Ω + 100nF/400V across TRIAC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4306812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Gate resistor: 330Ω before MOC3021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749808"/>
            <a:ext cx="3200400" cy="37391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877824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Zero-cross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11064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GPIO35  ←  Zero-cross 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135407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(GPIO35 is input-only on ESP32)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1601722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Signal: HIGH normally, drops LOW 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1849371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each zero crossing of the AC wave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209702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Trigger ISR on falling 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3832" y="2344669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TRIAC gate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13832" y="2573269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GPIO33  →  330Ω  →  MOC3021 LED(+)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3832" y="2820918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output  →  TRIAC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3832" y="3068567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Voltage levels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3832" y="329716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side: 3.3V logic (optocoupled)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13832" y="3544816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AC — HIGH VOLTAGE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13832" y="3792465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separated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404011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the AC circuit (5–10A slow blow)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349148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54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921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588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On/Off: latching toggle preferred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2557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E-Stop: momentary (NO)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9227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399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 → 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066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 → 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733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400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067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 → 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77342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 → 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749808"/>
            <a:ext cx="3200400" cy="282473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1254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3921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Toggles Standby ↔ previous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65887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05892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30657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57327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Immediate shutdown — ALL outputs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283997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State machine → STANDBY instantly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310667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Does NOT write op_mode to NVS flash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69307"/>
            <a:ext cx="8229600" cy="13007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449732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72592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 from GPIO pin to GND (optional).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497357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22122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E-Stop: no debounce delay — act on first LOW edge immediately.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4246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I2C Bus  (GPIO21 SDA, GPIO22 SCL)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254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3921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6588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25573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7322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3992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0662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26913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254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3921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6588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19255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1922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458973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70662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297332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840480" cy="215798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77824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254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GPIO25 → Relay IN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3921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GPIO26 → Relay IN — Igniter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6588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GPIO27 → Relay IN — Pump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9255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192273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TRIAC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3992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GPIO33 → 330Ω → MOC3021 → TRIAC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569208"/>
            <a:ext cx="3749039" cy="11102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972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39448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2115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0520" y="3569208"/>
            <a:ext cx="3749039" cy="13769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25112" y="36972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rails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5112" y="39448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3.3V: ESP32 reg, OLED, DS18B20, MAX6675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42115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5V: Relay module VCC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47827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 230V: TRIAC load side — isolated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3569208"/>
            <a:ext cx="3840480" cy="137693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2" y="3697224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39448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42115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Optocouplers required on TRIAC side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478273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Fuse the AC circuit (5–10A slow blow)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Pin Reference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04672"/>
          <a:ext cx="11640311" cy="5897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6481"/>
                <a:gridCol w="1164031"/>
                <a:gridCol w="1164031"/>
                <a:gridCol w="1047628"/>
                <a:gridCol w="523814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Voltage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SDA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GPIO21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I2C address 0x3C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SCL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GPIO22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400 kHz fast-mode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DS18B20 DATA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1-Wire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4.7 kΩ pull-up to 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CS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GPIO5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dedicated SPI bus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SCK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GPIO18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max 4.3 MHz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MISO (SO)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GPIO19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read-only from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Feeder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Igniter IN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GPIO26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Pump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GPIO27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TRIAC gate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330 Ω → MOC3021 → TRIAC gate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Zero-cross detect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input-only pin, falling edge ISR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On/Off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E-Stop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