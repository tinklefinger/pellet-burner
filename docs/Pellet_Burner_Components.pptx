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94560"/>
                </a:solidFill>
              </a:rPr>
              <a:t>Pellet Burner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8DADC"/>
                </a:solidFill>
              </a:rPr>
              <a:t>Hardware Components &amp; Wiring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ESP32  ·  SH1106 OLED  ·  DS18B20  ·  MAX6675  ·  Relays  ·  AC Dimmer  ·  Buttons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ESP32 DevKit V1  —  Main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5394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44714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Key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Dual-core Xtensa LX6 @ 240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520 KB SRAM  |  4 MB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802.11 b/g/n WiFi + Bluetooth 4.2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 V logic — NOT 5 V tolerant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30 GPIO pins (several input-only)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ADC, DAC, SPI, I2C, UART, PWM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Main controller — FreeRTOS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HTTP web server for settings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05536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Controls relays and AC dimmer 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76926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Reads DS18B20 and MAX6675 sensors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698490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Drives OLED display over I2C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749808"/>
            <a:ext cx="3108960" cy="223951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877824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180337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USB 5V during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501901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VIN pin: 5–12V regulated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823465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pin: output — do NOT feed 5V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145029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Use separate 5V/3A PSU 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46659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(relay coils draw surge current)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3099054"/>
            <a:ext cx="3108960" cy="401192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9552" y="3227070"/>
            <a:ext cx="2779776" cy="245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DADC"/>
                </a:solidFill>
              </a:rPr>
              <a:t>GPIO Pin Assignments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347243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GPIO4   DS18B20 OneWire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373684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GPIO5   MAX6675 SPI 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400126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GPIO18  MAX6675 SPI SCK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426567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GPIO19  MAX6675 SPI MISO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4530090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GPIO21  OLED SDA (I2C)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479450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GPIO22  OLED SCL (I2C)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505891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GPIO25  Relay — Feeder motor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532333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GPIO26  Dimmer CH2 — Igniter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9552" y="558774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GPIO27  Relay — Water pump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5852160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GPIO33  Dimmer CH1 — Blower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9552" y="611657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GPIO35  Zero-cross detect (input)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638098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GPIO13  Button: On/Off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9552" y="664540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GPIO14  Button: Emergency stop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SH1106 OLED Display  —  1.3"  128×64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1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56108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Driver IC: SH1106  (not SSD1306)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Size: 1.3 inch diagonal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128 × 64 pixels, monochrome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I2C (default address 0x3C)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Operating voltage: 3.3V – 5V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Library: U8g2 (SH1106 constructor)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749808"/>
            <a:ext cx="3200400" cy="318515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 3.3V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→  GND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 →  GPIO21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SCL  →  GPIO22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46659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76910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pull-up resistors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(ESP32 internal pull-ups sufficient)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I2C address: 0x3C (some boards 0x3D)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2983"/>
            <a:ext cx="82296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419099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" y="449351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At-a-glance live status without phone/browser: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" y="4815076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Water temp (DS18B20) and flame temp (MAX6675)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5136640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Pump / Feeder / Blower state indicators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458204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Current state machine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779768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Active operation mode (Standby / Auto / Timer)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610133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Error icons (custom bitmap) on fault 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42289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Important: SH1106 ≠ SSD1306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725409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Many cheap 1.3" modules use SH1106.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70469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U8g2 constructor: U8G2_SH1106_128X64_NONAME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DS18B20  —  Water Temperature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s18b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88264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Protocol: 1-Wire (OneWire)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–55°C to +125°C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Accuracy: ±0.5°C (–10°C to +85°C)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9–12 bit (configurable)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 or parasitic (2-wire)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Multiple sensors per bus (unique 64-bit ROM)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Conversion: 94ms (9-bit) to 750ms (12-bit)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749808"/>
            <a:ext cx="32004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normal (3-wire)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3.3V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46659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parasitic (2-wire)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76910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GND  (tied low)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733798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384547"/>
            <a:ext cx="8229600" cy="331622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51256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79602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water / boiler temperature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09854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pump start/stop hysteresis,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40105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power level selection (P1/P2/P3),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70356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economy mode logic,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00607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target temperature control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308592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Recommendation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59205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waterproof stainless steel probe version.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8945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Route cable away from mains wiring.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719708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12-bit resolution (0.0625°C steps).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MAX6675  —  Flame Thermocouple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10896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1762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MAX6675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320421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Sensor type: K-type thermocouple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0°C to +1023.75°C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0.25°C (12-bit)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SPI (read-only, 3-wire)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Cold-junction compensation: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10972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Open thermocouple detection (fault flag)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43128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 SPI clock: 4.3 MHz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749808"/>
            <a:ext cx="32004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     →  3.3V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     → 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     →  GPIO5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     →  GPIO18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246659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SO (MISO) →  GPIO19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78815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K-type thermocouple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Yellow (+)    →  T+ on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Red/White (–) →  T– on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733798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Tip exposed to flame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384547"/>
            <a:ext cx="8229600" cy="331622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1256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79602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flame / combustion 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09854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Flame detection: above ~100°C = flame 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40105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ignition confirmation,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70356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overheat protection, OLED readout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006079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28954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Dedicated SPI bus — no sharing.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59205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thermocouple wiring short and twisted.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8945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Bit-15=0 signals open thermocouple 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719708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K-type rated to at least 900°C.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5V Relay Modules  —  Feeder / Pump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Coil voltage: 5V DC (logic-level trigger)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Trigger: active LOW  (LOW = relay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Contact rating: 10A @ 250V 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Isolation: optocoupler (ESP32 ↔ coil)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Flyback diode: included on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Indicator LED per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Igniter is now on AC dimmer CH2 — not a relay.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Only 2 relay modules needed for this build.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384547"/>
            <a:ext cx="2743200" cy="24277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4512563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Feeder Motor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796027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509854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540105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5703566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600607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630859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Pellet auger / conveyor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4384547"/>
            <a:ext cx="2743200" cy="24277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4512563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Water Pump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3552" y="4796027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509854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540105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5703566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3552" y="600607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630859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Circulation pump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4384547"/>
            <a:ext cx="3108960" cy="329717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7112" y="4512563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Active LOW wiring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7112" y="4796027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GPIO init HIGH at boot 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509854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stays OFF during reset/startup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7112" y="540105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LOW = relay ON,  HIGH = relay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7112" y="5703566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598703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relays default OFF on power-up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7112" y="628954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stop: all GPIOs → 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7112" y="6592056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Decoupling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97112" y="687552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100 nF ceramic cap across VCC/GND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717803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at each relay module — prevents spikes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2-Channel AC Dimmer  —  Blower &amp; Igniter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47472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Hipzeepo 2-ch Dimmer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390220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Module: Hipzeepo 2-Channel AC Dimmer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6128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/ 5V logic  ·  110V / 220V AC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46380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Phase-angle control — variable AC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6631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Built into the module (no discrete parts needed)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4977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TRIAC × 2 (one per channel)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5229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Optocouplers for gate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65480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Snubber circuits per 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95731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Zero-cross detector (shared ZC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59830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Control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54329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PWM duty → phase angle → AC power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84580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CH1 (blower): 0–100% fan 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148320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CH2 (igniter): 0% = off, 100% = full heat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9240" y="749808"/>
            <a:ext cx="3200400" cy="450723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13832" y="877824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DC logic side — wiring to ESP32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1161288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 3.3V (or 5V)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463801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→  GND bus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176631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ZC   →  GPIO35  (zero-cross, shared output)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206882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DIM1 →  GPIO33  (CH1 — blower motor)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37134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DIM2 →  GPIO26  (CH2 — igniter heater)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2673853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 load side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295731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CH1 OUT  →  Blower motor (220V AC)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2" y="325983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CH2 OUT  →  Igniter heater (220V AC)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3832" y="356234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IN    →  Mains L + N (via 5–10A fuse)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13832" y="3864856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3832" y="414832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side: 230V — HIGH VOLTAGE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3832" y="445083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AC and DC wiring physically separated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3832" y="4753346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Fuse live wire before module AC 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Physical Buttons  —  On/Off &amp; Emergency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4149851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normally-open (NO) push button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Panel-mount, rated for frequent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On/Off: latching toggle preferred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E-Stop: momentary (NO)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 (active LOW, internal pull-up)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69106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One terminal  →  GPIO 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0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Other terminal  →  GND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ESP32 internal pull-up enabled in firmware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external resistors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05536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pressed  →  GPIO reads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76926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released  →  GPIO reads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749808"/>
            <a:ext cx="3200400" cy="331851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1 — On /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 ←  button  ←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Toggles Standby ↔ previous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(Automatic or Timer)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278379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2 — Emergency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258089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 ←  button  ←  GND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90245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Immediate shutdown — ALL outputs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22402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State machine → STANDBY instantly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354558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Does NOT write op_mode to NVS flash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027675"/>
            <a:ext cx="8229600" cy="152019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5155691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Debounce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439155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Hardware: 100nF cap from GPIO pin to GND (optional).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741668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Software: ignore transitions for 50ms after first edge.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044181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E-Stop: no debounce delay — act on first LOW edge immediately.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Complete Wiring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3749039" cy="28635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I2C Bus  (GPIO21 SDA, GPIO22 SCL)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180337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SH1106 OLED  —  addr 0x3C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01901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3465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→ GPIO21   SCL → GPIO22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14502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OneWire Bus  (GPIO4)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4754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DS18B20 water temp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910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→ GPIO4  (4.7kΩ to 3.3V)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09067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749808"/>
            <a:ext cx="3749039" cy="318515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SPI Bus  (dedicated)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180337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MAX6675 thermocouple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01901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→ GPIO5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823465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→ GPIO18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2145029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MISO → GPIO19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46659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3.3V   GND →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788157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Zero-cross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309067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Signal → GPIO35 (input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412234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logic, falling edge ISR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749808"/>
            <a:ext cx="3840480" cy="28635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877824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Relay outputs  (active LOW)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1180337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GPIO25 → Relay IN — Feeder motor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501901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GPIO27 → Relay IN — Water pump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1823465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Relay VCC → 5V   GND → GND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2145029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AC Dimmer  (2-ch Hipzeepo module)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44754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GPIO35 ← ZC   zero-cross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769106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GPIO33 → DIM1  blower speed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90670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GPIO26 → DIM2  igniter on/off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062983"/>
            <a:ext cx="3749039" cy="127482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419099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Buttons  (active LOW, internal pull-up)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449351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← On/Off button ←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81507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← Emergency Stop button ← GND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4062983"/>
            <a:ext cx="3749039" cy="159639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5112" y="419099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rails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449351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3.3V: ESP32 reg → OLED, sensors, dimmer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5112" y="481507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5V (HLK-PM01): relay VCC, ESP32 VIN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513664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 230V: dimmer load side — isolated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4062983"/>
            <a:ext cx="3840480" cy="191795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2" y="4190999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Safety reminders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449351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Never connect 5V to ESP32 3.3V rail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815076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Dimmer module has built-in optocouplers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136640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Fuse AC input (5–10A slow blow)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11312" y="5458204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 AC wiring last — verify logic first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Pin Reference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804672"/>
          <a:ext cx="11640311" cy="5897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6481"/>
                <a:gridCol w="1164031"/>
                <a:gridCol w="1164031"/>
                <a:gridCol w="1047628"/>
                <a:gridCol w="523814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Voltage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SDA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GPIO21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I2C address 0x3C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SCL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GPIO22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400 kHz fast-mode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DS18B20 DATA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1-Wire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4.7 kΩ pull-up to 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CS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GPIO5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dedicated SPI bus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SCK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GPIO18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max 4.3 MHz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MISO (SO)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GPIO19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read-only from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Feeder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Dimmer CH2 — Igniter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GPIO26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PWM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DIM2 on 2-ch AC dimmer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Pump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GPIO27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Dimmer CH1 — Blower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PWM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DIM1 on 2-ch AC dimmer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Zero-cross detect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input-only pin, falling edge ISR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On/Off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E-Stop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