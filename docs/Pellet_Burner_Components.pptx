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TRIAC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Built-in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PWM, touch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runs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Hosts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all outputs (relays, TRIAC)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all sensors (DS18B20, MAX6675)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82219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via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292608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pin: output — do NOT feed 5V 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Recommended: separate 5V/3A PSU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production (relays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3703320"/>
            <a:ext cx="2926080" cy="21671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381304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40599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43068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45537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48006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50474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52943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55412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57881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Relay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60350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62819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TRIAC gate trigger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65288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67757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702259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(note: 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  (monochrome)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Display area: ~26.8 × 15.1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(configured for SH1106)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749808"/>
            <a:ext cx="292608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additional pull-up resistors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(ESP32 internal pull-ups sufficient 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400 kHz I2C — or add 4.7kΩ externally)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60520"/>
            <a:ext cx="804672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27024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51713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6402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Water temperature  (DS18B20)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01091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Flame temperature  (MAX6675)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25780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Pump / Feeder / Blower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50468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5157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Active operation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99846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Error icons (custom bitmap) on faults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24535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49224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7391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from –10°C to +85°C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(or parasitic 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Package: TO-92 or waterproof probe (DS18B20+PAR)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on one wire (unique 64-bit ROM)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 time: 94ms (9-bit) to 750ms (12-bit)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749808"/>
            <a:ext cx="292608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 (normal 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(red)   →  3.3V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(black) →  GND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4.7 kΩ pull-up: DATA ↔ VCC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Parasitic / 2-wire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(black)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(red)   →  GND  (tied low)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43400"/>
            <a:ext cx="804672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531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0001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94690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19379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44068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68756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93445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18134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42823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67512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12-bit resolution (0.0625°C) preferred.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822960"/>
            <a:ext cx="3291840" cy="320040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2240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02920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Temperature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 voltage: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Internal cold-junction compensation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749808"/>
            <a:ext cx="292608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CS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SCK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Yellow (+)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60520"/>
            <a:ext cx="804672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27024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51713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chamber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76402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flame detection (above ~100°C = flame on),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01091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ignition confirmation, overheat protection,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25780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OLED display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50468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75157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Module uses dedicated SPI — no sharing with other devices.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99846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twisted-pair.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24535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MAX6675 reads bit-15=0 as fault (open thermocouple).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649224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alumel/chromel K-type,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Igniter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 / 10A @ 30V 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between ESP32 and coil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Channels: 1 or 3 (one module per relay or 3-ch board)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screw conveyor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Igniter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639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639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3639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3639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Electric heating element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387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387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387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3387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3387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3387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840480"/>
            <a:ext cx="3749039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395020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19709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initialised HIGH at boot 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4398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startup / reset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69087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Set GPIO LOW to activate (energise) relay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493776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Set GPIO HIGH to deactivate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18464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5431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5678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 → all GPIOs HIGH immediately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TRIAC Dimmer  —  Blower Motor Speed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822960"/>
            <a:ext cx="3291840" cy="365760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TRIAC / AC Dimmer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Method: Phase-angle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AC waveform is 'chopped' each half-cycle.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TRIAC fires later in the cycle → less power.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 zero-cross detector tells the ESP32 exactly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when the AC wave crosses 0V.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waits N microseconds, then pulses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gate → conducts for the rest of the cycle.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Larger delay = lower speed.  Delay = 0 = full power.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Typical components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BT136 or BTA16 TRIAC (TO-220, isolated tab)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optocoupler (gate isolation)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4N35 optocoupler (zero-cross isolation)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82219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Snubber: 100Ω + 100nF/400V across TRIAC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06908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Gate resistor: 330Ω between optocoupler and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749808"/>
            <a:ext cx="292608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Zero-cross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GPIO35  ←  Zero-cross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(GPIO35 is input-only on ESP32)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Signal: 3.3V HIGH, drops to LOW 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each zero crossing of the AC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Trigger ISR on falling 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TRIAC gate 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GPIO33  →  MOC3021 input 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via 330Ω resistor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output → TRIAC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33284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Voltage levels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35753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side: 3.3V logic (optocoupled)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382219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AC — DANGER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406908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separated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Recommended: latching for On/Off,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(NO) for Emergency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→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→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→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→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749808"/>
            <a:ext cx="292608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Function: toggle between Standby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and the previously active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Function: immediate shutdown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outputs OFF, state → STANDBY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3284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Does NOT save op_mode to NVS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35753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(avoids writing flash on every estop)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800600"/>
            <a:ext cx="80467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49103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15721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capacitor from GPIO pin to GND (optional).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40410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65099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no debounce delay — act immediately on first LOW 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I2C Bus  (SDA=GPIO21, SCL=GPIO22)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283464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GPIO25 → Relay IN 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GPIO26 → Relay IN  — Igniter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GPIO27 → Relay IN  — Pump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TRIAC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GPIO33 → 330Ω → MOC3021 LED(+)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output → TRIAC gate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51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Power rails 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3.3V: ESP32 onboard reg, OLED, DS18B20, MAX6675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5V: Relay module VCC (from USB or regulator)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437083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230V: TRIAC load side only — fully isolated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Optocouplers required on TRIAC side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437083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contacts rated for your AC load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2" y="461772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the AC circuit (5–10A slow blow)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Pin Reference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22960"/>
          <a:ext cx="11640311" cy="58521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6481"/>
                <a:gridCol w="1164031"/>
                <a:gridCol w="1164031"/>
                <a:gridCol w="1047628"/>
                <a:gridCol w="523814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Voltage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SDA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GPIO21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I2C address 0x3C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SCL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GPIO22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400 kHz fast-mode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DS18B20 DATA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1-Wire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4.7 kΩ pull-up to 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CS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GPIO5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dedicated SPI bus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SCK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GPIO18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max 4.3 MHz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MISO (SO)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GPIO19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read-only from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Feeder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Igniter IN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GPIO26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Pump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GPIO27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TRIAC gate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330 Ω → MOC3021 → TRIAC gate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Zero-cross detect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input-only pin, falling edge ISR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On/Off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781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E-Stop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